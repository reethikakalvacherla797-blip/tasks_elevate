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61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3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94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4941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74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55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05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6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4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319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6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90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rgbClr val="969696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rgbClr val="777777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915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253174"/>
            <a:ext cx="7063740" cy="4041648"/>
          </a:xfrm>
        </p:spPr>
        <p:txBody>
          <a:bodyPr>
            <a:normAutofit/>
          </a:bodyPr>
          <a:lstStyle/>
          <a:p>
            <a:r>
              <a:rPr lang="en-US" sz="4900" b="1" dirty="0"/>
              <a:t>Executive Sales Performance Dashboard</a:t>
            </a:r>
            <a:br>
              <a:rPr lang="en-US" dirty="0"/>
            </a:br>
            <a:r>
              <a:rPr lang="en-US" sz="4000" dirty="0">
                <a:solidFill>
                  <a:srgbClr val="00B0F0"/>
                </a:solidFill>
              </a:rPr>
              <a:t>Sales &amp; Profit Analysis using Tableau</a:t>
            </a:r>
            <a:endParaRPr lang="en-IN" sz="4000" i="1" dirty="0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972050"/>
            <a:ext cx="7063740" cy="1691640"/>
          </a:xfrm>
        </p:spPr>
        <p:txBody>
          <a:bodyPr>
            <a:normAutofit/>
          </a:bodyPr>
          <a:lstStyle/>
          <a:p>
            <a:r>
              <a:rPr dirty="0">
                <a:solidFill>
                  <a:srgbClr val="FFFF00"/>
                </a:solidFill>
              </a:rPr>
              <a:t>Task 4: Dashboard Design </a:t>
            </a:r>
            <a:endParaRPr lang="en-IN" dirty="0">
              <a:solidFill>
                <a:srgbClr val="FFFF00"/>
              </a:solidFill>
            </a:endParaRPr>
          </a:p>
          <a:p>
            <a:r>
              <a:rPr dirty="0">
                <a:solidFill>
                  <a:srgbClr val="FFFF00"/>
                </a:solidFill>
              </a:rPr>
              <a:t> Date</a:t>
            </a:r>
            <a:r>
              <a:rPr lang="en-US" dirty="0">
                <a:solidFill>
                  <a:srgbClr val="FFFF00"/>
                </a:solidFill>
              </a:rPr>
              <a:t>:17/02/2026</a:t>
            </a:r>
          </a:p>
          <a:p>
            <a:r>
              <a:rPr lang="en-US" dirty="0">
                <a:solidFill>
                  <a:srgbClr val="FFFF00"/>
                </a:solidFill>
              </a:rPr>
              <a:t>Presented By: </a:t>
            </a:r>
            <a:r>
              <a:rPr lang="en-US">
                <a:solidFill>
                  <a:srgbClr val="FFFF00"/>
                </a:solidFill>
              </a:rPr>
              <a:t>Kalvacherla Reethika</a:t>
            </a:r>
            <a:endParaRPr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571B39-71D0-711E-5C12-3AD69B798904}"/>
              </a:ext>
            </a:extLst>
          </p:cNvPr>
          <p:cNvSpPr txBox="1"/>
          <p:nvPr/>
        </p:nvSpPr>
        <p:spPr>
          <a:xfrm>
            <a:off x="1700213" y="0"/>
            <a:ext cx="5372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5FD82-AE5B-4890-F9CF-652A0EC8D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" y="1326819"/>
            <a:ext cx="8883853" cy="42043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140903"/>
            <a:ext cx="6446520" cy="4351337"/>
          </a:xfrm>
        </p:spPr>
        <p:txBody>
          <a:bodyPr>
            <a:normAutofit/>
          </a:bodyPr>
          <a:lstStyle/>
          <a:p>
            <a:r>
              <a:rPr sz="2400" dirty="0"/>
              <a:t>Objective</a:t>
            </a:r>
          </a:p>
          <a:p>
            <a:r>
              <a:rPr lang="en-US" sz="2400" dirty="0"/>
              <a:t>Design an interactive dashboard for business stakeholders.</a:t>
            </a:r>
          </a:p>
          <a:p>
            <a:r>
              <a:rPr lang="en-IN" sz="2400" dirty="0"/>
              <a:t>Da</a:t>
            </a:r>
            <a:r>
              <a:rPr sz="2400" dirty="0" err="1"/>
              <a:t>taset</a:t>
            </a:r>
            <a:r>
              <a:rPr lang="en-IN" sz="2400" dirty="0"/>
              <a:t>: </a:t>
            </a:r>
            <a:r>
              <a:rPr lang="en-IN" sz="2400" b="1" dirty="0">
                <a:solidFill>
                  <a:srgbClr val="00B0F0"/>
                </a:solidFill>
              </a:rPr>
              <a:t>Superstore </a:t>
            </a:r>
            <a:r>
              <a:rPr sz="2400" b="1" dirty="0">
                <a:solidFill>
                  <a:srgbClr val="00B0F0"/>
                </a:solidFill>
              </a:rPr>
              <a:t>Sales dataset (Kaggle source)</a:t>
            </a:r>
          </a:p>
          <a:p>
            <a:r>
              <a:rPr sz="2400" dirty="0"/>
              <a:t>Tools Used:</a:t>
            </a:r>
            <a:r>
              <a:rPr lang="en-US" sz="2400" dirty="0"/>
              <a:t> Tableau</a:t>
            </a:r>
            <a:endParaRPr sz="2400" b="1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i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Metrics and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286001"/>
            <a:ext cx="6446520" cy="4351337"/>
          </a:xfrm>
        </p:spPr>
        <p:txBody>
          <a:bodyPr/>
          <a:lstStyle/>
          <a:p>
            <a:r>
              <a:rPr lang="en-US" b="1" dirty="0"/>
              <a:t>Total Sales:</a:t>
            </a:r>
            <a:r>
              <a:rPr lang="en-US" dirty="0"/>
              <a:t> ₹ 22,97,201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Total Profit:</a:t>
            </a:r>
            <a:r>
              <a:rPr lang="en-US" dirty="0"/>
              <a:t> ₹ 2,86,397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Profit Margin:</a:t>
            </a:r>
            <a:r>
              <a:rPr lang="en-US" dirty="0"/>
              <a:t> 12.46%</a:t>
            </a:r>
          </a:p>
          <a:p>
            <a:r>
              <a:rPr lang="en-US" dirty="0"/>
              <a:t> The business generated ₹22.9L in revenue with a healthy profit margin of 12.46%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Time-Series</a:t>
            </a:r>
            <a:r>
              <a:rPr lang="en-IN" dirty="0"/>
              <a:t> </a:t>
            </a:r>
            <a:r>
              <a:rPr lang="en-IN" dirty="0">
                <a:solidFill>
                  <a:srgbClr val="00B0F0"/>
                </a:solidFill>
              </a:rPr>
              <a:t>Analysis</a:t>
            </a:r>
            <a:endParaRPr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2271713"/>
            <a:ext cx="6446520" cy="4351337"/>
          </a:xfrm>
        </p:spPr>
        <p:txBody>
          <a:bodyPr>
            <a:normAutofit/>
          </a:bodyPr>
          <a:lstStyle/>
          <a:p>
            <a:r>
              <a:rPr lang="en-US" sz="2000" dirty="0"/>
              <a:t>• </a:t>
            </a:r>
            <a:r>
              <a:rPr lang="en-US" sz="2400" dirty="0"/>
              <a:t>Monthly Sales Trend (2014–2017)</a:t>
            </a:r>
            <a:br>
              <a:rPr lang="en-US" sz="2400" dirty="0"/>
            </a:br>
            <a:r>
              <a:rPr lang="en-US" sz="2400" dirty="0"/>
              <a:t>• Highest growth month showed   </a:t>
            </a:r>
            <a:r>
              <a:rPr lang="en-US" sz="2400" b="1" dirty="0"/>
              <a:t>243% increase</a:t>
            </a:r>
            <a:br>
              <a:rPr lang="en-US" sz="2400" dirty="0"/>
            </a:br>
            <a:r>
              <a:rPr lang="en-US" sz="2400" dirty="0"/>
              <a:t>• Some months showed decline (e.g., -37%)</a:t>
            </a:r>
          </a:p>
          <a:p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Regional Analysis</a:t>
            </a:r>
            <a:endParaRPr i="1" dirty="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344" y="2257426"/>
            <a:ext cx="8229600" cy="3943350"/>
          </a:xfrm>
        </p:spPr>
        <p:txBody>
          <a:bodyPr>
            <a:normAutofit/>
          </a:bodyPr>
          <a:lstStyle/>
          <a:p>
            <a:r>
              <a:rPr lang="en-US" sz="2400" dirty="0"/>
              <a:t>Sales by Region: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West:</a:t>
            </a:r>
            <a:r>
              <a:rPr lang="en-US" sz="2400" dirty="0"/>
              <a:t> Highest performing region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East:</a:t>
            </a:r>
            <a:r>
              <a:rPr lang="en-US" sz="2400" dirty="0"/>
              <a:t> Strong performance</a:t>
            </a:r>
            <a:br>
              <a:rPr lang="en-US" sz="2400" dirty="0"/>
            </a:br>
            <a:r>
              <a:rPr lang="en-US" sz="2400" dirty="0"/>
              <a:t>• </a:t>
            </a:r>
            <a:r>
              <a:rPr lang="en-US" sz="2400" b="1" dirty="0"/>
              <a:t>Central &amp; South:</a:t>
            </a:r>
            <a:r>
              <a:rPr lang="en-US" sz="2400" dirty="0"/>
              <a:t> Moderate performance</a:t>
            </a:r>
          </a:p>
          <a:p>
            <a:r>
              <a:rPr lang="en-US" sz="2400" dirty="0"/>
              <a:t> West region contributes the highest revenue.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2F705-B9AE-1A82-6EAB-A502E20E4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Category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6C8C4-1A1A-82EF-5D8D-6F3339448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Sales by Category: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Technology:</a:t>
            </a:r>
            <a:r>
              <a:rPr lang="en-US" dirty="0"/>
              <a:t> Highest sales contributor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Furniture:</a:t>
            </a:r>
            <a:r>
              <a:rPr lang="en-US" dirty="0"/>
              <a:t> Moderate sales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Office Supplies:</a:t>
            </a:r>
            <a:r>
              <a:rPr lang="en-US" dirty="0"/>
              <a:t> Stable performance</a:t>
            </a:r>
          </a:p>
          <a:p>
            <a:r>
              <a:rPr lang="en-US" dirty="0"/>
              <a:t> Technology category drives maximum revenue.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2567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24180-2D82-5213-86A3-49F416B8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Interactive Filters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F44A7-BD7B-E16B-6755-8D05E586D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Filters included:</a:t>
            </a:r>
            <a:br>
              <a:rPr lang="en-US" dirty="0"/>
            </a:br>
            <a:r>
              <a:rPr lang="en-US" dirty="0"/>
              <a:t>• Year (2014–2017)</a:t>
            </a:r>
            <a:br>
              <a:rPr lang="en-US" dirty="0"/>
            </a:br>
            <a:r>
              <a:rPr lang="en-US" dirty="0"/>
              <a:t>• Region</a:t>
            </a:r>
            <a:br>
              <a:rPr lang="en-US" dirty="0"/>
            </a:br>
            <a:r>
              <a:rPr lang="en-US" dirty="0"/>
              <a:t>• Category</a:t>
            </a:r>
            <a:br>
              <a:rPr lang="en-US" dirty="0"/>
            </a:br>
            <a:r>
              <a:rPr lang="en-US" dirty="0"/>
              <a:t>• Segment</a:t>
            </a:r>
          </a:p>
          <a:p>
            <a:r>
              <a:rPr lang="en-US" dirty="0"/>
              <a:t> Users can dynamically analyze performance by selecting specific criteria.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4117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49665-58B3-3378-DACF-6CC76C1F8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B0F0"/>
                </a:solidFill>
              </a:rPr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BA477-7F70-F3D4-4279-AC87A437B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Strong revenue generation with 12.46% profitability</a:t>
            </a:r>
            <a:br>
              <a:rPr lang="en-US" dirty="0"/>
            </a:br>
            <a:r>
              <a:rPr lang="en-US" dirty="0"/>
              <a:t>• Technology &amp; West region are key drivers</a:t>
            </a:r>
            <a:br>
              <a:rPr lang="en-US" dirty="0"/>
            </a:br>
            <a:r>
              <a:rPr lang="en-US" dirty="0"/>
              <a:t>• Growth fluctuates month-to-month</a:t>
            </a:r>
            <a:br>
              <a:rPr lang="en-US" dirty="0"/>
            </a:br>
            <a:r>
              <a:rPr lang="en-US" dirty="0"/>
              <a:t>• Some regions/categories need improvement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4725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495914-0BEB-0A7D-4EFB-5E8D424CC3C8}"/>
              </a:ext>
            </a:extLst>
          </p:cNvPr>
          <p:cNvSpPr txBox="1"/>
          <p:nvPr/>
        </p:nvSpPr>
        <p:spPr>
          <a:xfrm>
            <a:off x="2114551" y="2530138"/>
            <a:ext cx="51149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1164352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35</TotalTime>
  <Words>255</Words>
  <Application>Microsoft Office PowerPoint</Application>
  <PresentationFormat>On-screen Show (4:3)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Century Schoolbook</vt:lpstr>
      <vt:lpstr>Wingdings 2</vt:lpstr>
      <vt:lpstr>View</vt:lpstr>
      <vt:lpstr>Executive Sales Performance Dashboard Sales &amp; Profit Analysis using Tableau</vt:lpstr>
      <vt:lpstr>PowerPoint Presentation</vt:lpstr>
      <vt:lpstr>Project Overview</vt:lpstr>
      <vt:lpstr>Key Metrics and KPIs</vt:lpstr>
      <vt:lpstr>Time-Series Analysis</vt:lpstr>
      <vt:lpstr>Regional Analysis</vt:lpstr>
      <vt:lpstr>Category Performance</vt:lpstr>
      <vt:lpstr>Interactive Filters</vt:lpstr>
      <vt:lpstr>Business Insights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Kalvacherla Reethika</cp:lastModifiedBy>
  <cp:revision>4</cp:revision>
  <dcterms:created xsi:type="dcterms:W3CDTF">2013-01-27T09:14:16Z</dcterms:created>
  <dcterms:modified xsi:type="dcterms:W3CDTF">2026-02-17T16:08:02Z</dcterms:modified>
  <cp:category/>
</cp:coreProperties>
</file>