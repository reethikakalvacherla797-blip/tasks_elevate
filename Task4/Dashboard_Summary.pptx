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9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494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0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6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4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1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rgbClr val="969696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rgbClr val="777777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91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253174"/>
            <a:ext cx="7063740" cy="4041648"/>
          </a:xfrm>
        </p:spPr>
        <p:txBody>
          <a:bodyPr>
            <a:normAutofit/>
          </a:bodyPr>
          <a:lstStyle/>
          <a:p>
            <a:r>
              <a:rPr lang="en-US" sz="4900" b="1" dirty="0"/>
              <a:t>Executive Sales Performance Dashboard</a:t>
            </a:r>
            <a:br>
              <a:rPr lang="en-US" dirty="0"/>
            </a:br>
            <a:r>
              <a:rPr lang="en-US" sz="4000" dirty="0">
                <a:solidFill>
                  <a:srgbClr val="00B0F0"/>
                </a:solidFill>
              </a:rPr>
              <a:t>Sales &amp; Profit Analysis using Tableau</a:t>
            </a:r>
            <a:endParaRPr lang="en-IN" sz="4000" i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972050"/>
            <a:ext cx="7063740" cy="169164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00"/>
                </a:solidFill>
              </a:rPr>
              <a:t>Task 4: Dashboard Design </a:t>
            </a:r>
            <a:endParaRPr lang="en-IN" dirty="0">
              <a:solidFill>
                <a:srgbClr val="FFFF00"/>
              </a:solidFill>
            </a:endParaRPr>
          </a:p>
          <a:p>
            <a:r>
              <a:rPr dirty="0">
                <a:solidFill>
                  <a:srgbClr val="FFFF00"/>
                </a:solidFill>
              </a:rPr>
              <a:t> Date</a:t>
            </a:r>
            <a:r>
              <a:rPr lang="en-US" dirty="0">
                <a:solidFill>
                  <a:srgbClr val="FFFF00"/>
                </a:solidFill>
              </a:rPr>
              <a:t>:17/02/2026</a:t>
            </a:r>
          </a:p>
          <a:p>
            <a:r>
              <a:rPr lang="en-US" dirty="0">
                <a:solidFill>
                  <a:srgbClr val="FFFF00"/>
                </a:solidFill>
              </a:rPr>
              <a:t>Presented By: </a:t>
            </a:r>
            <a:r>
              <a:rPr lang="en-US">
                <a:solidFill>
                  <a:srgbClr val="FFFF00"/>
                </a:solidFill>
              </a:rPr>
              <a:t>Kalvacherla Reethika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71B39-71D0-711E-5C12-3AD69B798904}"/>
              </a:ext>
            </a:extLst>
          </p:cNvPr>
          <p:cNvSpPr txBox="1"/>
          <p:nvPr/>
        </p:nvSpPr>
        <p:spPr>
          <a:xfrm>
            <a:off x="1700213" y="0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5FD82-AE5B-4890-F9CF-652A0EC8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326819"/>
            <a:ext cx="8883853" cy="4204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40903"/>
            <a:ext cx="6446520" cy="4351337"/>
          </a:xfrm>
        </p:spPr>
        <p:txBody>
          <a:bodyPr>
            <a:normAutofit/>
          </a:bodyPr>
          <a:lstStyle/>
          <a:p>
            <a:r>
              <a:rPr sz="2400" dirty="0"/>
              <a:t>Objective</a:t>
            </a:r>
          </a:p>
          <a:p>
            <a:r>
              <a:rPr lang="en-US" sz="2400" dirty="0"/>
              <a:t>Design an interactive dashboard for business stakeholders.</a:t>
            </a:r>
          </a:p>
          <a:p>
            <a:r>
              <a:rPr lang="en-IN" sz="2400" dirty="0"/>
              <a:t>Da</a:t>
            </a:r>
            <a:r>
              <a:rPr sz="2400" dirty="0" err="1"/>
              <a:t>taset</a:t>
            </a:r>
            <a:r>
              <a:rPr lang="en-IN" sz="2400" dirty="0"/>
              <a:t>: </a:t>
            </a:r>
            <a:r>
              <a:rPr lang="en-IN" sz="2400" b="1" dirty="0">
                <a:solidFill>
                  <a:srgbClr val="00B0F0"/>
                </a:solidFill>
              </a:rPr>
              <a:t>Superstore </a:t>
            </a:r>
            <a:r>
              <a:rPr sz="2400" b="1" dirty="0">
                <a:solidFill>
                  <a:srgbClr val="00B0F0"/>
                </a:solidFill>
              </a:rPr>
              <a:t>Sales dataset (Kaggle source)</a:t>
            </a:r>
          </a:p>
          <a:p>
            <a:r>
              <a:rPr sz="2400" dirty="0"/>
              <a:t>Tools Used:</a:t>
            </a:r>
            <a:r>
              <a:rPr lang="en-US" sz="2400" dirty="0"/>
              <a:t> Tableau</a:t>
            </a:r>
            <a:endParaRPr sz="2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86001"/>
            <a:ext cx="6446520" cy="4351337"/>
          </a:xfrm>
        </p:spPr>
        <p:txBody>
          <a:bodyPr/>
          <a:lstStyle/>
          <a:p>
            <a:r>
              <a:rPr lang="en-US" b="1" dirty="0"/>
              <a:t>Total Sales:</a:t>
            </a:r>
            <a:r>
              <a:rPr lang="en-US" dirty="0"/>
              <a:t> ₹ 22,97,201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Profit:</a:t>
            </a:r>
            <a:r>
              <a:rPr lang="en-US" dirty="0"/>
              <a:t> ₹ 2,86,397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Profit Margin:</a:t>
            </a:r>
            <a:r>
              <a:rPr lang="en-US" dirty="0"/>
              <a:t> 12.46%</a:t>
            </a:r>
          </a:p>
          <a:p>
            <a:r>
              <a:rPr lang="en-US" dirty="0"/>
              <a:t> The business generated ₹22.9L in revenue with a healthy profit margin of 12.46%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Time-Series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71713"/>
            <a:ext cx="6446520" cy="4351337"/>
          </a:xfrm>
        </p:spPr>
        <p:txBody>
          <a:bodyPr>
            <a:normAutofit/>
          </a:bodyPr>
          <a:lstStyle/>
          <a:p>
            <a:r>
              <a:rPr lang="en-US" sz="2000" dirty="0"/>
              <a:t>• </a:t>
            </a:r>
            <a:r>
              <a:rPr lang="en-US" sz="2400" dirty="0"/>
              <a:t>Monthly Sales Trend (2014–2017)</a:t>
            </a:r>
            <a:br>
              <a:rPr lang="en-US" sz="2400" dirty="0"/>
            </a:br>
            <a:r>
              <a:rPr lang="en-US" sz="2400" dirty="0"/>
              <a:t>• Highest growth month showed   </a:t>
            </a:r>
            <a:r>
              <a:rPr lang="en-US" sz="2400" b="1" dirty="0"/>
              <a:t>243% increase</a:t>
            </a:r>
            <a:br>
              <a:rPr lang="en-US" sz="2400" dirty="0"/>
            </a:br>
            <a:r>
              <a:rPr lang="en-US" sz="2400" dirty="0"/>
              <a:t>• Some months showed decline (e.g., -37%)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Regional 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257426"/>
            <a:ext cx="8229600" cy="3943350"/>
          </a:xfrm>
        </p:spPr>
        <p:txBody>
          <a:bodyPr>
            <a:normAutofit/>
          </a:bodyPr>
          <a:lstStyle/>
          <a:p>
            <a:r>
              <a:rPr lang="en-US" sz="2400" dirty="0"/>
              <a:t>Sales by Region: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West:</a:t>
            </a:r>
            <a:r>
              <a:rPr lang="en-US" sz="2400" dirty="0"/>
              <a:t> Highest performing region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East:</a:t>
            </a:r>
            <a:r>
              <a:rPr lang="en-US" sz="2400" dirty="0"/>
              <a:t> Strong performance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Central &amp; South:</a:t>
            </a:r>
            <a:r>
              <a:rPr lang="en-US" sz="2400" dirty="0"/>
              <a:t> Moderate performance</a:t>
            </a:r>
          </a:p>
          <a:p>
            <a:r>
              <a:rPr lang="en-US" sz="2400" dirty="0"/>
              <a:t> West region contributes the highest revenue.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F705-B9AE-1A82-6EAB-A502E20E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Category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6C8C4-1A1A-82EF-5D8D-6F333944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by Category: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Technology:</a:t>
            </a:r>
            <a:r>
              <a:rPr lang="en-US" dirty="0"/>
              <a:t> Highest sales contributor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Furniture:</a:t>
            </a:r>
            <a:r>
              <a:rPr lang="en-US" dirty="0"/>
              <a:t> Moderate sales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Office Supplies:</a:t>
            </a:r>
            <a:r>
              <a:rPr lang="en-US" dirty="0"/>
              <a:t> Stable performance</a:t>
            </a:r>
          </a:p>
          <a:p>
            <a:r>
              <a:rPr lang="en-US" dirty="0"/>
              <a:t> Technology category drives maximum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56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4180-2D82-5213-86A3-49F416B8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Interactive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44A7-BD7B-E16B-6755-8D05E586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included:</a:t>
            </a:r>
            <a:br>
              <a:rPr lang="en-US" dirty="0"/>
            </a:br>
            <a:r>
              <a:rPr lang="en-US" dirty="0"/>
              <a:t>• Year (2014–2017)</a:t>
            </a:r>
            <a:br>
              <a:rPr lang="en-US" dirty="0"/>
            </a:br>
            <a:r>
              <a:rPr lang="en-US" dirty="0"/>
              <a:t>• Region</a:t>
            </a:r>
            <a:br>
              <a:rPr lang="en-US" dirty="0"/>
            </a:br>
            <a:r>
              <a:rPr lang="en-US" dirty="0"/>
              <a:t>• Category</a:t>
            </a:r>
            <a:br>
              <a:rPr lang="en-US" dirty="0"/>
            </a:br>
            <a:r>
              <a:rPr lang="en-US" dirty="0"/>
              <a:t>• Segment</a:t>
            </a:r>
          </a:p>
          <a:p>
            <a:r>
              <a:rPr lang="en-US" dirty="0"/>
              <a:t> Users can dynamically analyze performance by selecting specific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11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9665-58B3-3378-DACF-6CC76C1F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BA477-7F70-F3D4-4279-AC87A437B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Strong revenue generation with 12.46% profitability</a:t>
            </a:r>
            <a:br>
              <a:rPr lang="en-US" dirty="0"/>
            </a:br>
            <a:r>
              <a:rPr lang="en-US" dirty="0"/>
              <a:t>• Technology &amp; West region are key drivers</a:t>
            </a:r>
            <a:br>
              <a:rPr lang="en-US" dirty="0"/>
            </a:br>
            <a:r>
              <a:rPr lang="en-US" dirty="0"/>
              <a:t>• Growth fluctuates month-to-month</a:t>
            </a:r>
            <a:br>
              <a:rPr lang="en-US" dirty="0"/>
            </a:br>
            <a:r>
              <a:rPr lang="en-US" dirty="0"/>
              <a:t>• Some regions/categories need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72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95914-0BEB-0A7D-4EFB-5E8D424CC3C8}"/>
              </a:ext>
            </a:extLst>
          </p:cNvPr>
          <p:cNvSpPr txBox="1"/>
          <p:nvPr/>
        </p:nvSpPr>
        <p:spPr>
          <a:xfrm>
            <a:off x="2114551" y="2530138"/>
            <a:ext cx="511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1E4B4-D6F9-A0B3-DFED-DEF93BCDE23E}"/>
              </a:ext>
            </a:extLst>
          </p:cNvPr>
          <p:cNvSpPr txBox="1"/>
          <p:nvPr/>
        </p:nvSpPr>
        <p:spPr>
          <a:xfrm>
            <a:off x="5629275" y="6117282"/>
            <a:ext cx="2914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Samruddhi Shinde</a:t>
            </a:r>
          </a:p>
        </p:txBody>
      </p:sp>
    </p:spTree>
    <p:extLst>
      <p:ext uri="{BB962C8B-B14F-4D97-AF65-F5344CB8AC3E}">
        <p14:creationId xmlns:p14="http://schemas.microsoft.com/office/powerpoint/2010/main" val="401164352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</TotalTime>
  <Words>257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Century Schoolbook</vt:lpstr>
      <vt:lpstr>Wingdings 2</vt:lpstr>
      <vt:lpstr>View</vt:lpstr>
      <vt:lpstr>Executive Sales Performance Dashboard Sales &amp; Profit Analysis using Tableau</vt:lpstr>
      <vt:lpstr>PowerPoint Presentation</vt:lpstr>
      <vt:lpstr>Project Overview</vt:lpstr>
      <vt:lpstr>Key Metrics and KPIs</vt:lpstr>
      <vt:lpstr>Time-Series Analysis</vt:lpstr>
      <vt:lpstr>Regional Analysis</vt:lpstr>
      <vt:lpstr>Category Performance</vt:lpstr>
      <vt:lpstr>Interactive Filters</vt:lpstr>
      <vt:lpstr>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Kalvacherla Reethika</cp:lastModifiedBy>
  <cp:revision>3</cp:revision>
  <dcterms:created xsi:type="dcterms:W3CDTF">2013-01-27T09:14:16Z</dcterms:created>
  <dcterms:modified xsi:type="dcterms:W3CDTF">2026-02-17T15:06:46Z</dcterms:modified>
  <cp:category/>
</cp:coreProperties>
</file>